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6C2F-3787-4F76-BE35-39D74B63D97A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40F90-A2FA-43F2-A6E7-5CA6B435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108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6C2F-3787-4F76-BE35-39D74B63D97A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40F90-A2FA-43F2-A6E7-5CA6B435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99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6C2F-3787-4F76-BE35-39D74B63D97A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40F90-A2FA-43F2-A6E7-5CA6B435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0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6C2F-3787-4F76-BE35-39D74B63D97A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40F90-A2FA-43F2-A6E7-5CA6B435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16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6C2F-3787-4F76-BE35-39D74B63D97A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40F90-A2FA-43F2-A6E7-5CA6B435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57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6C2F-3787-4F76-BE35-39D74B63D97A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40F90-A2FA-43F2-A6E7-5CA6B435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52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6C2F-3787-4F76-BE35-39D74B63D97A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40F90-A2FA-43F2-A6E7-5CA6B435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007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6C2F-3787-4F76-BE35-39D74B63D97A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40F90-A2FA-43F2-A6E7-5CA6B435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977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6C2F-3787-4F76-BE35-39D74B63D97A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40F90-A2FA-43F2-A6E7-5CA6B435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624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6C2F-3787-4F76-BE35-39D74B63D97A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40F90-A2FA-43F2-A6E7-5CA6B435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61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6C2F-3787-4F76-BE35-39D74B63D97A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40F90-A2FA-43F2-A6E7-5CA6B435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549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16C2F-3787-4F76-BE35-39D74B63D97A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40F90-A2FA-43F2-A6E7-5CA6B435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527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660" y="734362"/>
            <a:ext cx="7434302" cy="418179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811" y="4761412"/>
            <a:ext cx="9144000" cy="1655762"/>
          </a:xfrm>
        </p:spPr>
        <p:txBody>
          <a:bodyPr/>
          <a:lstStyle/>
          <a:p>
            <a:r>
              <a:rPr lang="en-US" b="1" dirty="0" smtClean="0">
                <a:latin typeface="Arial Narrow" panose="020B0606020202030204" pitchFamily="34" charset="0"/>
              </a:rPr>
              <a:t>By </a:t>
            </a:r>
          </a:p>
          <a:p>
            <a:r>
              <a:rPr lang="en-US" b="1" dirty="0" smtClean="0">
                <a:latin typeface="Arial Narrow" panose="020B0606020202030204" pitchFamily="34" charset="0"/>
              </a:rPr>
              <a:t>Divya Premkumar Patil</a:t>
            </a:r>
          </a:p>
          <a:p>
            <a:r>
              <a:rPr lang="en-US" b="1" dirty="0" smtClean="0">
                <a:latin typeface="Arial Narrow" panose="020B0606020202030204" pitchFamily="34" charset="0"/>
              </a:rPr>
              <a:t>Libity Infotech</a:t>
            </a:r>
            <a:endParaRPr lang="en-US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629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Day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Introduction to Trainer</a:t>
            </a:r>
          </a:p>
          <a:p>
            <a:r>
              <a:rPr lang="en-US" dirty="0" smtClean="0"/>
              <a:t>Introduction to Internship Training </a:t>
            </a:r>
          </a:p>
          <a:p>
            <a:r>
              <a:rPr lang="en-US" dirty="0" smtClean="0"/>
              <a:t>Overview of the Internship Program</a:t>
            </a:r>
          </a:p>
          <a:p>
            <a:r>
              <a:rPr lang="en-US" dirty="0" smtClean="0"/>
              <a:t>Introduction to Python</a:t>
            </a:r>
          </a:p>
          <a:p>
            <a:r>
              <a:rPr lang="en-US" dirty="0" smtClean="0"/>
              <a:t>History of Python</a:t>
            </a:r>
            <a:endParaRPr lang="en-US" dirty="0" smtClean="0"/>
          </a:p>
          <a:p>
            <a:r>
              <a:rPr lang="en-US" dirty="0" smtClean="0"/>
              <a:t>Features of Python</a:t>
            </a:r>
          </a:p>
          <a:p>
            <a:r>
              <a:rPr lang="en-US" dirty="0" smtClean="0"/>
              <a:t>Uses of Python</a:t>
            </a:r>
          </a:p>
          <a:p>
            <a:r>
              <a:rPr lang="en-US" dirty="0" smtClean="0"/>
              <a:t>Applications of Python</a:t>
            </a:r>
          </a:p>
          <a:p>
            <a:r>
              <a:rPr lang="en-US" dirty="0" smtClean="0"/>
              <a:t>Which Companies Uses Python</a:t>
            </a:r>
          </a:p>
          <a:p>
            <a:r>
              <a:rPr lang="en-US" dirty="0" smtClean="0"/>
              <a:t>Installation of python </a:t>
            </a:r>
          </a:p>
          <a:p>
            <a:r>
              <a:rPr lang="en-US" dirty="0" smtClean="0"/>
              <a:t>Installation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041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Introduction of Python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63931"/>
            <a:ext cx="10515600" cy="4113032"/>
          </a:xfrm>
        </p:spPr>
        <p:txBody>
          <a:bodyPr/>
          <a:lstStyle/>
          <a:p>
            <a:r>
              <a:rPr lang="en-US" dirty="0" smtClean="0"/>
              <a:t>Python is a General- purpose, High level Programming language(HLL),</a:t>
            </a:r>
          </a:p>
          <a:p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OR</a:t>
            </a:r>
          </a:p>
          <a:p>
            <a:endParaRPr lang="en-US" dirty="0" smtClean="0"/>
          </a:p>
          <a:p>
            <a:r>
              <a:rPr lang="en-US" dirty="0" smtClean="0"/>
              <a:t>Python is a general purpose, interactive, interpreted, object-oriented and HLL.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463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History of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33303"/>
            <a:ext cx="10515600" cy="42436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It was created by Guido Van Rossum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During 1985-1990, and released in 1991, i.e. On 20th Feb 1991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He developed this at NRI(National Research Institute)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845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Why is the word Python?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was a comedy show named as “Monty Python’s Flying Circus” (1969 to 1974) on popular TV show BBC.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Guido thought that why I don’t keep it / give this language a fun loving name, so he named this language as Python.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729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Python’s Uses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Desktop Applications</a:t>
            </a:r>
          </a:p>
          <a:p>
            <a:r>
              <a:rPr lang="en-US" dirty="0" smtClean="0"/>
              <a:t>Web Applications</a:t>
            </a:r>
          </a:p>
          <a:p>
            <a:r>
              <a:rPr lang="en-US" dirty="0" smtClean="0"/>
              <a:t>Database Applications</a:t>
            </a:r>
          </a:p>
          <a:p>
            <a:r>
              <a:rPr lang="en-US" dirty="0" smtClean="0"/>
              <a:t>Networking Applications</a:t>
            </a:r>
          </a:p>
          <a:p>
            <a:r>
              <a:rPr lang="en-US" dirty="0" smtClean="0"/>
              <a:t>Games</a:t>
            </a:r>
          </a:p>
          <a:p>
            <a:r>
              <a:rPr lang="en-US" dirty="0" smtClean="0"/>
              <a:t>Data Analysis</a:t>
            </a:r>
          </a:p>
          <a:p>
            <a:r>
              <a:rPr lang="en-US" dirty="0" smtClean="0"/>
              <a:t>Data Science</a:t>
            </a:r>
          </a:p>
          <a:p>
            <a:r>
              <a:rPr lang="en-US" dirty="0" smtClean="0"/>
              <a:t>Machine Learning</a:t>
            </a:r>
          </a:p>
          <a:p>
            <a:r>
              <a:rPr lang="en-US" dirty="0" smtClean="0"/>
              <a:t>Artificial Intelligence Applications</a:t>
            </a:r>
          </a:p>
          <a:p>
            <a:r>
              <a:rPr lang="en-US" dirty="0" smtClean="0"/>
              <a:t>IOT Applications.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222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sz="4000" dirty="0" smtClean="0"/>
              <a:t>Which Companies Uses Python?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Google</a:t>
            </a:r>
          </a:p>
          <a:p>
            <a:r>
              <a:rPr lang="en-US" dirty="0" smtClean="0"/>
              <a:t>Pinterest</a:t>
            </a:r>
          </a:p>
          <a:p>
            <a:r>
              <a:rPr lang="en-US" dirty="0" smtClean="0"/>
              <a:t>YouTube</a:t>
            </a:r>
          </a:p>
          <a:p>
            <a:r>
              <a:rPr lang="en-US" dirty="0" smtClean="0"/>
              <a:t>Facebook</a:t>
            </a:r>
          </a:p>
          <a:p>
            <a:r>
              <a:rPr lang="en-US" dirty="0" smtClean="0"/>
              <a:t>Drop box</a:t>
            </a:r>
          </a:p>
          <a:p>
            <a:r>
              <a:rPr lang="en-US" dirty="0" smtClean="0"/>
              <a:t>Instagram</a:t>
            </a:r>
          </a:p>
          <a:p>
            <a:r>
              <a:rPr lang="en-US" dirty="0" smtClean="0"/>
              <a:t>Quora</a:t>
            </a:r>
          </a:p>
          <a:p>
            <a:r>
              <a:rPr lang="en-US" dirty="0" smtClean="0"/>
              <a:t>NASA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371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Why Python?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Python works on different platforms.(Windows, Mac,Linux, Raspberry Pi, etc)</a:t>
            </a:r>
          </a:p>
          <a:p>
            <a:r>
              <a:rPr lang="en-US" dirty="0" smtClean="0"/>
              <a:t>Python has a simple syntax similar to the English Language.</a:t>
            </a:r>
          </a:p>
          <a:p>
            <a:r>
              <a:rPr lang="en-US" dirty="0" smtClean="0"/>
              <a:t>Python runs on an interpreter system, means that code can be executed as soon as it is written.</a:t>
            </a:r>
          </a:p>
          <a:p>
            <a:r>
              <a:rPr lang="en-US" dirty="0" smtClean="0"/>
              <a:t>Python can be treated in a procedural way, an object oriented way or in a functional way.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795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sz="4000" dirty="0" smtClean="0"/>
              <a:t>Two parallel versions of python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most recent parallel version of python is Python 3, Python 2 and Python 3 are not compatible versions of each other. </a:t>
            </a:r>
          </a:p>
          <a:p>
            <a:r>
              <a:rPr lang="en-US" dirty="0" smtClean="0"/>
              <a:t>It is not at all necessary that version 3 will run/ execute all the features of version2.</a:t>
            </a:r>
          </a:p>
          <a:p>
            <a:r>
              <a:rPr lang="en-US" dirty="0" smtClean="0"/>
              <a:t>Python 3 is developed as independent language.</a:t>
            </a:r>
          </a:p>
          <a:p>
            <a:r>
              <a:rPr lang="en-US" dirty="0" smtClean="0"/>
              <a:t>Python3 is not an enhanced version of Python2, it is not that a program running in python 2 will definitely run on Python 3, Nooooo....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95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Installation of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a web browser www.python.org/downloads</a:t>
            </a:r>
          </a:p>
          <a:p>
            <a:r>
              <a:rPr lang="en-US" dirty="0" smtClean="0"/>
              <a:t>Follow the link for the windows installer/ select OS</a:t>
            </a:r>
          </a:p>
          <a:p>
            <a:r>
              <a:rPr lang="en-US" dirty="0" smtClean="0"/>
              <a:t>Download now Install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042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IDE Pycharm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Google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 Pycharm Jetbrains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www.jetbrains.com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Download now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 choose OS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Download for community version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Install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Pin to taskbar or place it on desktop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Make a new folder for saving your program(Python Projects)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r>
              <a:rPr lang="en-US" b="1" dirty="0" smtClean="0"/>
              <a:t>For Programming/ create project</a:t>
            </a:r>
          </a:p>
          <a:p>
            <a:r>
              <a:rPr lang="en-US" dirty="0" smtClean="0"/>
              <a:t>Open Pycharm create New project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..../..../untitled(write the project name here which you want)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create</a:t>
            </a:r>
          </a:p>
          <a:p>
            <a:endParaRPr lang="en-US" dirty="0" smtClean="0"/>
          </a:p>
          <a:p>
            <a:r>
              <a:rPr lang="en-US" dirty="0" smtClean="0"/>
              <a:t>To create a new file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Name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Python file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.py file(Ex:Hello.py)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620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a program now:</a:t>
            </a:r>
          </a:p>
          <a:p>
            <a:r>
              <a:rPr lang="en-US" dirty="0" smtClean="0"/>
              <a:t> Extension== .py</a:t>
            </a:r>
          </a:p>
          <a:p>
            <a:r>
              <a:rPr lang="en-US" b="1" dirty="0" smtClean="0"/>
              <a:t>First Program</a:t>
            </a:r>
          </a:p>
          <a:p>
            <a:r>
              <a:rPr lang="en-US" dirty="0" smtClean="0"/>
              <a:t>print(“Hello World!!!”)</a:t>
            </a:r>
          </a:p>
          <a:p>
            <a:r>
              <a:rPr lang="en-US" b="1" dirty="0" smtClean="0"/>
              <a:t>Output</a:t>
            </a:r>
            <a:r>
              <a:rPr lang="en-US" dirty="0" smtClean="0"/>
              <a:t>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 Hello World!!!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27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Features of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Simple and easy to learn:</a:t>
            </a:r>
          </a:p>
          <a:p>
            <a:pPr lvl="1"/>
            <a:r>
              <a:rPr lang="en-US" dirty="0" smtClean="0"/>
              <a:t> Ex: print(“Hi Rahul”)</a:t>
            </a:r>
          </a:p>
          <a:p>
            <a:pPr lvl="1"/>
            <a:r>
              <a:rPr lang="en-US" dirty="0" smtClean="0"/>
              <a:t> Output: Hi Rahul</a:t>
            </a:r>
          </a:p>
          <a:p>
            <a:r>
              <a:rPr lang="en-US" b="1" dirty="0" smtClean="0"/>
              <a:t> Only 35 keywords are required for Python</a:t>
            </a:r>
          </a:p>
          <a:p>
            <a:r>
              <a:rPr lang="en-US" b="1" dirty="0" smtClean="0"/>
              <a:t> Freeware and Open source:</a:t>
            </a:r>
            <a:endParaRPr lang="en-US" dirty="0" smtClean="0"/>
          </a:p>
          <a:p>
            <a:pPr lvl="1"/>
            <a:r>
              <a:rPr lang="en-US" b="1" dirty="0" smtClean="0"/>
              <a:t>Freeware</a:t>
            </a:r>
            <a:r>
              <a:rPr lang="en-US" dirty="0" smtClean="0"/>
              <a:t>: We do not require to pay any money, for any kind of purpose such as license related issues, etc, you can install and run it.</a:t>
            </a:r>
          </a:p>
          <a:p>
            <a:pPr lvl="1"/>
            <a:r>
              <a:rPr lang="en-US" b="1" dirty="0" smtClean="0"/>
              <a:t>Open Source</a:t>
            </a:r>
            <a:r>
              <a:rPr lang="en-US" dirty="0" smtClean="0"/>
              <a:t>: You are able to see the source code how it is implemented.</a:t>
            </a:r>
          </a:p>
          <a:p>
            <a:pPr marL="457200" lvl="1" indent="0">
              <a:buNone/>
            </a:pPr>
            <a:r>
              <a:rPr lang="en-US" dirty="0" smtClean="0"/>
              <a:t>	eg: Suppose if the internal implementation is not good we can change the    	implementation / i.e we can customize the implementation.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756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58983"/>
            <a:ext cx="10515600" cy="4517980"/>
          </a:xfrm>
        </p:spPr>
        <p:txBody>
          <a:bodyPr>
            <a:normAutofit/>
          </a:bodyPr>
          <a:lstStyle/>
          <a:p>
            <a:r>
              <a:rPr lang="en-US" b="1" dirty="0" smtClean="0"/>
              <a:t>High Level Programming Language</a:t>
            </a:r>
            <a:r>
              <a:rPr lang="en-US" dirty="0" smtClean="0"/>
              <a:t>:- A language which humans can understand very well.</a:t>
            </a:r>
          </a:p>
          <a:p>
            <a:r>
              <a:rPr lang="en-US" b="1" dirty="0" smtClean="0"/>
              <a:t>Platform Independent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Now x=10</a:t>
            </a:r>
          </a:p>
          <a:p>
            <a:pPr lvl="1"/>
            <a:r>
              <a:rPr lang="en-US" dirty="0" smtClean="0"/>
              <a:t>if x==10:</a:t>
            </a:r>
          </a:p>
          <a:p>
            <a:pPr lvl="1"/>
            <a:r>
              <a:rPr lang="en-US" dirty="0" smtClean="0"/>
              <a:t>print(“hello”)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This is the code written on Windows OS machine, the same program can be run on Unix,Linux, Mac OS.</a:t>
            </a:r>
          </a:p>
          <a:p>
            <a:pPr lvl="1"/>
            <a:r>
              <a:rPr lang="en-US" dirty="0" smtClean="0"/>
              <a:t>Write once &amp; Run anywhere (WORA)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05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Portability</a:t>
            </a:r>
            <a:r>
              <a:rPr lang="en-US" dirty="0" smtClean="0"/>
              <a:t>: Moving python program from one platform to another platform very easily without performing any changes.</a:t>
            </a:r>
          </a:p>
          <a:p>
            <a:r>
              <a:rPr lang="en-US" b="1" dirty="0" smtClean="0"/>
              <a:t>Dynamically Typed Language</a:t>
            </a:r>
            <a:r>
              <a:rPr lang="en-US" dirty="0" smtClean="0"/>
              <a:t>:- In Python there is no need to declare type for the variable whenever we are assigning the value, based on that value type, automatically type will be considered.</a:t>
            </a:r>
          </a:p>
          <a:p>
            <a:pPr lvl="1"/>
            <a:r>
              <a:rPr lang="en-US" dirty="0" smtClean="0"/>
              <a:t> x=10 int</a:t>
            </a:r>
          </a:p>
          <a:p>
            <a:pPr lvl="1"/>
            <a:r>
              <a:rPr lang="en-US" dirty="0" smtClean="0"/>
              <a:t>print(type(x))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This shows type of the variable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99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Both Procedure Oriented and Object Oriented</a:t>
            </a:r>
            <a:endParaRPr lang="en-US" dirty="0" smtClean="0"/>
          </a:p>
          <a:p>
            <a:r>
              <a:rPr lang="en-US" b="1" dirty="0" smtClean="0"/>
              <a:t>Interpreted</a:t>
            </a:r>
            <a:r>
              <a:rPr lang="en-US" dirty="0" smtClean="0"/>
              <a:t>: Python can be directly run/executed.</a:t>
            </a:r>
          </a:p>
          <a:p>
            <a:r>
              <a:rPr lang="en-US" b="1" dirty="0" smtClean="0"/>
              <a:t>Extensive Library (import function)</a:t>
            </a:r>
          </a:p>
          <a:p>
            <a:r>
              <a:rPr lang="en-US" dirty="0" smtClean="0"/>
              <a:t>Ex: Build house, Buy House</a:t>
            </a:r>
          </a:p>
          <a:p>
            <a:r>
              <a:rPr lang="en-US" dirty="0" smtClean="0"/>
              <a:t>import math</a:t>
            </a:r>
          </a:p>
          <a:p>
            <a:r>
              <a:rPr lang="en-US" dirty="0" smtClean="0"/>
              <a:t>print(math.sqrt(4))</a:t>
            </a:r>
          </a:p>
          <a:p>
            <a:r>
              <a:rPr lang="en-US" dirty="0" smtClean="0"/>
              <a:t>Output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63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Limitation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Performance</a:t>
            </a:r>
            <a:r>
              <a:rPr lang="en-US" dirty="0" smtClean="0"/>
              <a:t>:- Since it is an interpreted language, line by line</a:t>
            </a:r>
          </a:p>
          <a:p>
            <a:r>
              <a:rPr lang="en-US" dirty="0" smtClean="0"/>
              <a:t>execution takes place.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343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2309" y="1772203"/>
            <a:ext cx="8190410" cy="347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304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769</Words>
  <Application>Microsoft Office PowerPoint</Application>
  <PresentationFormat>Widescreen</PresentationFormat>
  <Paragraphs>106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Arial Narrow</vt:lpstr>
      <vt:lpstr>Calibri</vt:lpstr>
      <vt:lpstr>Calibri Light</vt:lpstr>
      <vt:lpstr>Wingdings</vt:lpstr>
      <vt:lpstr>Office Theme</vt:lpstr>
      <vt:lpstr>PowerPoint Presentation</vt:lpstr>
      <vt:lpstr>Day 1</vt:lpstr>
      <vt:lpstr> Introduction of Python </vt:lpstr>
      <vt:lpstr> History of Python</vt:lpstr>
      <vt:lpstr> Why is the word Python?</vt:lpstr>
      <vt:lpstr> Python’s Uses</vt:lpstr>
      <vt:lpstr> Which Companies Uses Python?</vt:lpstr>
      <vt:lpstr> Why Python?</vt:lpstr>
      <vt:lpstr> Two parallel versions of python</vt:lpstr>
      <vt:lpstr> Installation of Python</vt:lpstr>
      <vt:lpstr> IDE Pycharm</vt:lpstr>
      <vt:lpstr>PowerPoint Presentation</vt:lpstr>
      <vt:lpstr> Features of Python</vt:lpstr>
      <vt:lpstr>PowerPoint Presentation</vt:lpstr>
      <vt:lpstr>PowerPoint Presentation</vt:lpstr>
      <vt:lpstr>PowerPoint Presentation</vt:lpstr>
      <vt:lpstr> Limitation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19</cp:revision>
  <dcterms:created xsi:type="dcterms:W3CDTF">2024-05-27T10:59:28Z</dcterms:created>
  <dcterms:modified xsi:type="dcterms:W3CDTF">2024-05-27T11:36:39Z</dcterms:modified>
</cp:coreProperties>
</file>