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44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atheneha782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5660" y="1261618"/>
            <a:ext cx="6679565" cy="1558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66230" algn="l"/>
              </a:tabLst>
            </a:pPr>
            <a:r>
              <a:rPr lang="en-US"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BACKEND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DEVELOPER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400" dirty="0">
              <a:latin typeface="Calibri"/>
              <a:cs typeface="Calibri"/>
            </a:endParaRPr>
          </a:p>
          <a:p>
            <a:pPr marL="27305" marR="365760" indent="-6350">
              <a:lnSpc>
                <a:spcPct val="105000"/>
              </a:lnSpc>
              <a:spcBef>
                <a:spcPts val="805"/>
              </a:spcBef>
            </a:pPr>
            <a:r>
              <a:rPr sz="1200" dirty="0">
                <a:latin typeface="Calibri"/>
                <a:cs typeface="Calibri"/>
              </a:rPr>
              <a:t>Highly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motivated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skilled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lang="en-US" sz="1200" spc="-20" dirty="0">
                <a:latin typeface="Calibri"/>
                <a:cs typeface="Calibri"/>
              </a:rPr>
              <a:t>backend </a:t>
            </a:r>
            <a:r>
              <a:rPr sz="1200" spc="-10" dirty="0">
                <a:latin typeface="Calibri"/>
                <a:cs typeface="Calibri"/>
              </a:rPr>
              <a:t>developer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specializing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Java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Spring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Boot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lang="en-US" sz="1200" spc="-10" dirty="0">
                <a:latin typeface="Calibri"/>
                <a:cs typeface="Calibri"/>
              </a:rPr>
              <a:t>backend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web </a:t>
            </a:r>
            <a:r>
              <a:rPr sz="1200" dirty="0">
                <a:latin typeface="Calibri"/>
                <a:cs typeface="Calibri"/>
              </a:rPr>
              <a:t>development.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Expertise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C++,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Java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strong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foundation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backend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frontend</a:t>
            </a:r>
            <a:endParaRPr sz="1200" dirty="0">
              <a:latin typeface="Calibri"/>
              <a:cs typeface="Calibri"/>
            </a:endParaRPr>
          </a:p>
          <a:p>
            <a:pPr marL="27305" marR="155575">
              <a:lnSpc>
                <a:spcPct val="105000"/>
              </a:lnSpc>
            </a:pPr>
            <a:r>
              <a:rPr sz="1200" spc="-10" dirty="0">
                <a:latin typeface="Calibri"/>
                <a:cs typeface="Calibri"/>
              </a:rPr>
              <a:t>technologies.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Seeking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challenging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position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utilize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programming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skills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contribute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innovative projects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 dirty="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  <a:tabLst>
                <a:tab pos="6666230" algn="l"/>
              </a:tabLst>
            </a:pP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TECHNICAL</a:t>
            </a:r>
            <a:r>
              <a:rPr sz="1400" u="sng" spc="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SKILLS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2822829"/>
            <a:ext cx="814705" cy="10680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7780">
              <a:lnSpc>
                <a:spcPct val="142200"/>
              </a:lnSpc>
              <a:spcBef>
                <a:spcPts val="114"/>
              </a:spcBef>
            </a:pPr>
            <a:r>
              <a:rPr sz="1200" b="1" spc="-10" dirty="0">
                <a:latin typeface="Calibri"/>
                <a:cs typeface="Calibri"/>
              </a:rPr>
              <a:t>Languages Frameworks Databases </a:t>
            </a:r>
            <a:r>
              <a:rPr sz="1200" b="1" dirty="0">
                <a:latin typeface="Calibri"/>
                <a:cs typeface="Calibri"/>
              </a:rPr>
              <a:t>Dev</a:t>
            </a:r>
            <a:r>
              <a:rPr sz="1200" b="1" spc="-10" dirty="0">
                <a:latin typeface="Calibri"/>
                <a:cs typeface="Calibri"/>
              </a:rPr>
              <a:t> Tools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5191" y="2822829"/>
            <a:ext cx="4279900" cy="10680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77165" algn="l"/>
              </a:tabLst>
            </a:pPr>
            <a:r>
              <a:rPr sz="1100" spc="-50" dirty="0">
                <a:latin typeface="Calibri"/>
                <a:cs typeface="Calibri"/>
              </a:rPr>
              <a:t>: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C,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C++,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Java</a:t>
            </a:r>
          </a:p>
          <a:p>
            <a:pPr marL="24765">
              <a:lnSpc>
                <a:spcPct val="100000"/>
              </a:lnSpc>
              <a:spcBef>
                <a:spcPts val="625"/>
              </a:spcBef>
              <a:tabLst>
                <a:tab pos="189230" algn="l"/>
              </a:tabLst>
            </a:pPr>
            <a:r>
              <a:rPr sz="1100" spc="-50" dirty="0">
                <a:latin typeface="Calibri"/>
                <a:cs typeface="Calibri"/>
              </a:rPr>
              <a:t>: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Spring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Boot,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Hibernate</a:t>
            </a:r>
          </a:p>
          <a:p>
            <a:pPr marL="3683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Calibri"/>
                <a:cs typeface="Calibri"/>
              </a:rPr>
              <a:t>:</a:t>
            </a:r>
            <a:r>
              <a:rPr sz="1100" spc="23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MySQL</a:t>
            </a:r>
          </a:p>
          <a:p>
            <a:pPr marL="30480">
              <a:lnSpc>
                <a:spcPct val="100000"/>
              </a:lnSpc>
              <a:spcBef>
                <a:spcPts val="575"/>
              </a:spcBef>
              <a:tabLst>
                <a:tab pos="194945" algn="l"/>
              </a:tabLst>
            </a:pPr>
            <a:r>
              <a:rPr sz="1100" spc="-50" dirty="0">
                <a:latin typeface="Calibri"/>
                <a:cs typeface="Calibri"/>
              </a:rPr>
              <a:t>: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Visual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Studio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Code,</a:t>
            </a:r>
            <a:r>
              <a:rPr lang="en-US" sz="1200" dirty="0">
                <a:latin typeface="Calibri"/>
                <a:cs typeface="Calibri"/>
              </a:rPr>
              <a:t> Eclipse IDE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Postman,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MySQL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Workbench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804" y="4057649"/>
            <a:ext cx="6670675" cy="1247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57340" algn="l"/>
              </a:tabLst>
            </a:pP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EXPERIENCE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marL="12700" marR="854710" indent="133985">
              <a:lnSpc>
                <a:spcPct val="101699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Currently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fresher,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seeking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opportunities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apply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grow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my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skills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real-world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software development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projects.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6657340" algn="l"/>
              </a:tabLst>
            </a:pP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EDUCATION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820" y="5600191"/>
            <a:ext cx="1854200" cy="86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814069" algn="l"/>
                <a:tab pos="838835" algn="l"/>
              </a:tabLst>
            </a:pPr>
            <a:r>
              <a:rPr sz="1200" b="1" dirty="0">
                <a:latin typeface="Calibri"/>
                <a:cs typeface="Calibri"/>
              </a:rPr>
              <a:t>Moolji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Jetha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College,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Jalgaon </a:t>
            </a:r>
            <a:r>
              <a:rPr sz="1200" dirty="0">
                <a:latin typeface="Calibri"/>
                <a:cs typeface="Calibri"/>
              </a:rPr>
              <a:t>First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Year</a:t>
            </a:r>
            <a:r>
              <a:rPr sz="1200" dirty="0">
                <a:latin typeface="Calibri"/>
                <a:cs typeface="Calibri"/>
              </a:rPr>
              <a:t>	- sem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265" dirty="0">
                <a:latin typeface="Calibri"/>
                <a:cs typeface="Calibri"/>
              </a:rPr>
              <a:t> </a:t>
            </a:r>
            <a:r>
              <a:rPr lang="en-US" sz="1200" spc="265" dirty="0">
                <a:latin typeface="Calibri"/>
                <a:cs typeface="Calibri"/>
              </a:rPr>
              <a:t> </a:t>
            </a:r>
            <a:r>
              <a:rPr lang="en-US" sz="1200" spc="-10" dirty="0">
                <a:latin typeface="Calibri"/>
                <a:cs typeface="Calibri"/>
              </a:rPr>
              <a:t>81.68</a:t>
            </a:r>
            <a:r>
              <a:rPr sz="1200" spc="-10" dirty="0">
                <a:latin typeface="Calibri"/>
                <a:cs typeface="Calibri"/>
              </a:rPr>
              <a:t>% </a:t>
            </a:r>
            <a:r>
              <a:rPr sz="1200" dirty="0">
                <a:latin typeface="Calibri"/>
                <a:cs typeface="Calibri"/>
              </a:rPr>
              <a:t>Second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Year</a:t>
            </a:r>
            <a:r>
              <a:rPr sz="1200" spc="229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III</a:t>
            </a:r>
            <a:r>
              <a:rPr sz="1200" spc="225" dirty="0">
                <a:latin typeface="Calibri"/>
                <a:cs typeface="Calibri"/>
              </a:rPr>
              <a:t> </a:t>
            </a:r>
            <a:r>
              <a:rPr lang="en-IN" sz="1200" spc="-10" dirty="0">
                <a:latin typeface="Calibri"/>
                <a:cs typeface="Calibri"/>
              </a:rPr>
              <a:t>79.60%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Third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Year</a:t>
            </a:r>
            <a:r>
              <a:rPr sz="1200" dirty="0">
                <a:latin typeface="Calibri"/>
                <a:cs typeface="Calibri"/>
              </a:rPr>
              <a:t>		-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sem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</a:t>
            </a:r>
            <a:r>
              <a:rPr sz="1200" spc="265" dirty="0">
                <a:latin typeface="Calibri"/>
                <a:cs typeface="Calibri"/>
              </a:rPr>
              <a:t> </a:t>
            </a:r>
            <a:r>
              <a:rPr lang="en-IN" sz="1200" dirty="0">
                <a:latin typeface="Calibri"/>
                <a:cs typeface="Calibri"/>
              </a:rPr>
              <a:t>Not</a:t>
            </a:r>
            <a:r>
              <a:rPr lang="en-IN" sz="1200" spc="-20" dirty="0">
                <a:latin typeface="Calibri"/>
                <a:cs typeface="Calibri"/>
              </a:rPr>
              <a:t> </a:t>
            </a:r>
            <a:r>
              <a:rPr lang="en-IN" sz="1200" spc="-25" dirty="0">
                <a:latin typeface="Calibri"/>
                <a:cs typeface="Calibri"/>
              </a:rPr>
              <a:t>yet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1135" y="5634845"/>
            <a:ext cx="3124200" cy="802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0744">
              <a:spcBef>
                <a:spcPts val="100"/>
              </a:spcBef>
            </a:pPr>
            <a:r>
              <a:rPr lang="en-US" sz="1200" dirty="0">
                <a:latin typeface="Calibri"/>
                <a:cs typeface="Calibri"/>
              </a:rPr>
              <a:t>    </a:t>
            </a:r>
            <a:r>
              <a:rPr sz="1200" dirty="0">
                <a:latin typeface="Calibri"/>
                <a:cs typeface="Calibri"/>
              </a:rPr>
              <a:t>Bachelor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Computer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 </a:t>
            </a:r>
            <a:r>
              <a:rPr sz="1200" dirty="0">
                <a:latin typeface="Calibri"/>
                <a:cs typeface="Calibri"/>
              </a:rPr>
              <a:t>sem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II</a:t>
            </a:r>
            <a:r>
              <a:rPr sz="1200" spc="250" dirty="0">
                <a:latin typeface="Calibri"/>
                <a:cs typeface="Calibri"/>
              </a:rPr>
              <a:t> </a:t>
            </a:r>
            <a:r>
              <a:rPr lang="en-US" sz="1200" spc="-10" dirty="0">
                <a:latin typeface="Calibri"/>
                <a:cs typeface="Calibri"/>
              </a:rPr>
              <a:t>80.45</a:t>
            </a:r>
            <a:r>
              <a:rPr sz="1200" spc="-10" dirty="0">
                <a:latin typeface="Calibri"/>
                <a:cs typeface="Calibri"/>
              </a:rPr>
              <a:t>%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latin typeface="Calibri"/>
                <a:cs typeface="Calibri"/>
              </a:rPr>
              <a:t>sem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IV</a:t>
            </a:r>
            <a:r>
              <a:rPr sz="1200" spc="2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7</a:t>
            </a:r>
            <a:r>
              <a:rPr lang="en-US" sz="1200" spc="-10" dirty="0">
                <a:latin typeface="Calibri"/>
                <a:cs typeface="Calibri"/>
              </a:rPr>
              <a:t>9</a:t>
            </a:r>
            <a:r>
              <a:rPr sz="1200" spc="-10" dirty="0">
                <a:latin typeface="Calibri"/>
                <a:cs typeface="Calibri"/>
              </a:rPr>
              <a:t>.</a:t>
            </a:r>
            <a:r>
              <a:rPr lang="en-US" sz="1200" spc="-10" dirty="0">
                <a:latin typeface="Calibri"/>
                <a:cs typeface="Calibri"/>
              </a:rPr>
              <a:t>8</a:t>
            </a:r>
            <a:r>
              <a:rPr sz="1200" spc="-10" dirty="0">
                <a:latin typeface="Calibri"/>
                <a:cs typeface="Calibri"/>
              </a:rPr>
              <a:t>0%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latin typeface="Calibri"/>
                <a:cs typeface="Calibri"/>
              </a:rPr>
              <a:t>sem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</a:t>
            </a:r>
            <a:r>
              <a:rPr sz="1200" spc="2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yet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3084" y="5618852"/>
            <a:ext cx="12242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libri"/>
                <a:cs typeface="Calibri"/>
              </a:rPr>
              <a:t>202</a:t>
            </a:r>
            <a:r>
              <a:rPr lang="en-US" sz="1200" b="1" i="1" dirty="0">
                <a:latin typeface="Calibri"/>
                <a:cs typeface="Calibri"/>
              </a:rPr>
              <a:t>3</a:t>
            </a:r>
            <a:r>
              <a:rPr sz="1200" b="1" i="1" spc="-3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–</a:t>
            </a:r>
            <a:r>
              <a:rPr sz="1200" b="1" i="1" spc="-35" dirty="0">
                <a:latin typeface="Calibri"/>
                <a:cs typeface="Calibri"/>
              </a:rPr>
              <a:t> </a:t>
            </a:r>
            <a:r>
              <a:rPr sz="1200" b="1" i="1" spc="-20" dirty="0">
                <a:latin typeface="Calibri"/>
                <a:cs typeface="Calibri"/>
              </a:rPr>
              <a:t>202</a:t>
            </a:r>
            <a:r>
              <a:rPr lang="en-US" sz="1200" b="1" i="1" spc="-20" dirty="0">
                <a:latin typeface="Calibri"/>
                <a:cs typeface="Calibri"/>
              </a:rPr>
              <a:t>6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819" y="6655054"/>
            <a:ext cx="6542405" cy="25026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66230" algn="l"/>
              </a:tabLst>
            </a:pPr>
            <a:endParaRPr lang="en-US" sz="1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66230" algn="l"/>
              </a:tabLst>
            </a:pPr>
            <a:r>
              <a:rPr sz="1200" spc="-10" dirty="0">
                <a:latin typeface="Calibri"/>
                <a:cs typeface="Calibri"/>
              </a:rPr>
              <a:t>Percentage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8</a:t>
            </a:r>
            <a:r>
              <a:rPr lang="en-US" sz="1200" spc="-10" dirty="0">
                <a:latin typeface="Calibri"/>
                <a:cs typeface="Calibri"/>
              </a:rPr>
              <a:t>4.64</a:t>
            </a:r>
            <a:r>
              <a:rPr sz="1200" spc="-10" dirty="0">
                <a:latin typeface="Calibri"/>
                <a:cs typeface="Calibri"/>
              </a:rPr>
              <a:t>%</a:t>
            </a:r>
            <a:endParaRPr lang="en-US" sz="12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66230" algn="l"/>
              </a:tabLst>
            </a:pPr>
            <a:endParaRPr lang="en-IN" sz="12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66230" algn="l"/>
              </a:tabLst>
            </a:pPr>
            <a:r>
              <a:rPr lang="en-IN" sz="1200" b="1" spc="-10" dirty="0">
                <a:latin typeface="Calibri"/>
                <a:cs typeface="Calibri"/>
              </a:rPr>
              <a:t>Smt.H.G.Shroff HighSchool, Nandurbar                  </a:t>
            </a:r>
            <a:r>
              <a:rPr lang="en-IN" sz="1200" dirty="0">
                <a:solidFill>
                  <a:schemeClr val="tx1"/>
                </a:solidFill>
                <a:cs typeface="Calibri"/>
              </a:rPr>
              <a:t>Secondary</a:t>
            </a:r>
            <a:r>
              <a:rPr lang="en-IN" sz="12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lang="en-IN" sz="1200" spc="-10" dirty="0">
                <a:solidFill>
                  <a:schemeClr val="tx1"/>
                </a:solidFill>
                <a:cs typeface="Calibri"/>
              </a:rPr>
              <a:t>Education(HSC)</a:t>
            </a:r>
            <a:endParaRPr lang="en-US" sz="1200" spc="-10" dirty="0">
              <a:latin typeface="Calibri"/>
              <a:cs typeface="Calibri"/>
            </a:endParaRPr>
          </a:p>
          <a:p>
            <a:pPr marL="12700">
              <a:spcBef>
                <a:spcPts val="90"/>
              </a:spcBef>
              <a:tabLst>
                <a:tab pos="6666230" algn="l"/>
              </a:tabLst>
            </a:pPr>
            <a:r>
              <a:rPr lang="en-IN" sz="1200" spc="-10" dirty="0">
                <a:latin typeface="Calibri"/>
                <a:cs typeface="Calibri"/>
              </a:rPr>
              <a:t>Percentage </a:t>
            </a:r>
            <a:r>
              <a:rPr lang="en-IN" sz="1200" dirty="0">
                <a:latin typeface="Calibri"/>
                <a:cs typeface="Calibri"/>
              </a:rPr>
              <a:t>–</a:t>
            </a:r>
            <a:r>
              <a:rPr lang="en-IN" sz="1200" spc="-5" dirty="0">
                <a:latin typeface="Calibri"/>
                <a:cs typeface="Calibri"/>
              </a:rPr>
              <a:t> </a:t>
            </a:r>
            <a:r>
              <a:rPr lang="en-IN" sz="1200" spc="-10" dirty="0">
                <a:latin typeface="Calibri"/>
                <a:cs typeface="Calibri"/>
              </a:rPr>
              <a:t>84.80%</a:t>
            </a:r>
            <a:endParaRPr lang="en-IN" sz="1200" u="sng" spc="-10" dirty="0">
              <a:solidFill>
                <a:srgbClr val="0000FF"/>
              </a:solidFill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66230" algn="l"/>
              </a:tabLst>
            </a:pPr>
            <a:endParaRPr lang="en-IN" sz="1200" u="sng" spc="-10" dirty="0">
              <a:solidFill>
                <a:srgbClr val="0000FF"/>
              </a:solidFill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66230" algn="l"/>
              </a:tabLst>
            </a:pPr>
            <a:r>
              <a:rPr lang="en-US" sz="1400" u="sng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 </a:t>
            </a:r>
            <a:r>
              <a:rPr lang="en-US"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Activities____________________________________________________________</a:t>
            </a:r>
            <a:endParaRPr lang="en-US" sz="1400" u="sng" dirty="0">
              <a:latin typeface="Calibri"/>
              <a:cs typeface="Calibri"/>
            </a:endParaRPr>
          </a:p>
          <a:p>
            <a:pPr marL="478790" indent="-228600">
              <a:lnSpc>
                <a:spcPct val="100000"/>
              </a:lnSpc>
              <a:spcBef>
                <a:spcPts val="1425"/>
              </a:spcBef>
              <a:buFont typeface="Symbol"/>
              <a:buChar char=""/>
              <a:tabLst>
                <a:tab pos="478790" algn="l"/>
              </a:tabLst>
            </a:pPr>
            <a:r>
              <a:rPr lang="en-US" sz="1200" dirty="0">
                <a:latin typeface="Calibri"/>
                <a:cs typeface="Calibri"/>
              </a:rPr>
              <a:t>Member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of</a:t>
            </a:r>
            <a:r>
              <a:rPr lang="en-US" sz="1200" spc="-3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“Career</a:t>
            </a:r>
            <a:r>
              <a:rPr lang="en-US" sz="1200" spc="-3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Sansad”</a:t>
            </a:r>
            <a:r>
              <a:rPr lang="en-US" sz="1200" spc="-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under</a:t>
            </a:r>
            <a:r>
              <a:rPr lang="en-US" sz="1200" spc="-1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-2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Career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spc="-10" dirty="0">
                <a:latin typeface="Calibri"/>
                <a:cs typeface="Calibri"/>
              </a:rPr>
              <a:t>Katta</a:t>
            </a:r>
            <a:r>
              <a:rPr lang="en-US" sz="1200" spc="-25" dirty="0">
                <a:latin typeface="Calibri"/>
                <a:cs typeface="Calibri"/>
              </a:rPr>
              <a:t> </a:t>
            </a:r>
            <a:r>
              <a:rPr lang="en-US" sz="1200" spc="-10" dirty="0">
                <a:latin typeface="Calibri"/>
                <a:cs typeface="Calibri"/>
              </a:rPr>
              <a:t>Program,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Government</a:t>
            </a:r>
            <a:r>
              <a:rPr lang="en-US" sz="1200" spc="-2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of</a:t>
            </a:r>
            <a:r>
              <a:rPr lang="en-US" sz="1200" spc="-15" dirty="0">
                <a:latin typeface="Calibri"/>
                <a:cs typeface="Calibri"/>
              </a:rPr>
              <a:t> </a:t>
            </a:r>
            <a:r>
              <a:rPr lang="en-US" sz="1200" spc="-10" dirty="0">
                <a:latin typeface="Calibri"/>
                <a:cs typeface="Calibri"/>
              </a:rPr>
              <a:t>Maharashtra</a:t>
            </a:r>
            <a:endParaRPr lang="en-US" sz="1200" dirty="0">
              <a:latin typeface="Calibri"/>
              <a:cs typeface="Calibri"/>
            </a:endParaRPr>
          </a:p>
          <a:p>
            <a:pPr marL="478790" indent="-228600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478790" algn="l"/>
              </a:tabLst>
            </a:pPr>
            <a:r>
              <a:rPr lang="en-US" sz="1200" spc="-10" dirty="0">
                <a:latin typeface="Calibri"/>
                <a:cs typeface="Calibri"/>
              </a:rPr>
              <a:t>Participated</a:t>
            </a:r>
            <a:r>
              <a:rPr lang="en-US" sz="1200" spc="-2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-2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“Learn</a:t>
            </a:r>
            <a:r>
              <a:rPr lang="en-US" sz="1200" spc="-2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and Earn”</a:t>
            </a:r>
            <a:r>
              <a:rPr lang="en-US" sz="1200" spc="-15" dirty="0">
                <a:latin typeface="Calibri"/>
                <a:cs typeface="Calibri"/>
              </a:rPr>
              <a:t> </a:t>
            </a:r>
            <a:r>
              <a:rPr lang="en-US" sz="1200" spc="-10" dirty="0">
                <a:latin typeface="Calibri"/>
                <a:cs typeface="Calibri"/>
              </a:rPr>
              <a:t>Scheme</a:t>
            </a:r>
            <a:endParaRPr lang="en-US" sz="1200" dirty="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3086100" algn="l"/>
              </a:tabLst>
            </a:pPr>
            <a:endParaRPr lang="en-US" sz="1200" spc="-10" dirty="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3086100" algn="l"/>
              </a:tabLst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5091" y="6581381"/>
            <a:ext cx="7861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20" dirty="0">
                <a:latin typeface="Calibri"/>
                <a:cs typeface="Calibri"/>
              </a:rPr>
              <a:t>20</a:t>
            </a:r>
            <a:r>
              <a:rPr lang="en-US" sz="1200" b="1" i="1" spc="-20" dirty="0">
                <a:latin typeface="Calibri"/>
                <a:cs typeface="Calibri"/>
              </a:rPr>
              <a:t>22</a:t>
            </a:r>
            <a:r>
              <a:rPr sz="1200" b="1" i="1" spc="-20" dirty="0">
                <a:latin typeface="Calibri"/>
                <a:cs typeface="Calibri"/>
              </a:rPr>
              <a:t> – 20</a:t>
            </a:r>
            <a:r>
              <a:rPr lang="en-US" sz="1200" b="1" i="1" spc="-20" dirty="0">
                <a:latin typeface="Calibri"/>
                <a:cs typeface="Calibri"/>
              </a:rPr>
              <a:t>23</a:t>
            </a:r>
            <a:endParaRPr sz="1200" b="1" i="1" spc="-20" dirty="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904318"/>
              </p:ext>
            </p:extLst>
          </p:nvPr>
        </p:nvGraphicFramePr>
        <p:xfrm>
          <a:off x="425754" y="533653"/>
          <a:ext cx="6708140" cy="702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31750">
                        <a:lnSpc>
                          <a:spcPts val="2370"/>
                        </a:lnSpc>
                      </a:pPr>
                      <a:endParaRPr sz="25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Location: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Jalgaon, Maharashtra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460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31750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Email: </a:t>
                      </a:r>
                      <a:r>
                        <a:rPr lang="en-US" sz="1200" u="sng" spc="-1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maratheneha782@gmail.com</a:t>
                      </a:r>
                      <a:r>
                        <a:rPr sz="1200" spc="25" dirty="0">
                          <a:solidFill>
                            <a:srgbClr val="944F71"/>
                          </a:solidFill>
                          <a:latin typeface="Calibri"/>
                          <a:cs typeface="Calibri"/>
                          <a:hlinkClick r:id="rId2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|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Mobile: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+91</a:t>
                      </a:r>
                      <a:r>
                        <a:rPr lang="en-US" sz="1200" dirty="0">
                          <a:latin typeface="Calibri"/>
                          <a:cs typeface="Calibri"/>
                        </a:rPr>
                        <a:t>9699042002</a:t>
                      </a:r>
                    </a:p>
                    <a:p>
                      <a:pPr marR="24130" algn="r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endParaRPr lang="en-US" sz="1200" dirty="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A5C2C76C-3C8C-5996-3E93-85F3FC71FAC8}"/>
              </a:ext>
            </a:extLst>
          </p:cNvPr>
          <p:cNvSpPr/>
          <p:nvPr/>
        </p:nvSpPr>
        <p:spPr>
          <a:xfrm>
            <a:off x="164997" y="758190"/>
            <a:ext cx="2371904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Neha Marathe</a:t>
            </a:r>
            <a:endParaRPr lang="en-IN" sz="24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95959E-90A9-E504-808B-0AFF5BEA617A}"/>
              </a:ext>
            </a:extLst>
          </p:cNvPr>
          <p:cNvSpPr/>
          <p:nvPr/>
        </p:nvSpPr>
        <p:spPr>
          <a:xfrm>
            <a:off x="501650" y="6655054"/>
            <a:ext cx="5420537" cy="2156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  <a:cs typeface="Calibri"/>
              </a:rPr>
              <a:t>D.R High</a:t>
            </a:r>
            <a:r>
              <a:rPr lang="en-US" sz="1200" b="1" spc="-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1200" b="1" dirty="0">
                <a:solidFill>
                  <a:schemeClr val="tx1"/>
                </a:solidFill>
                <a:cs typeface="Calibri"/>
              </a:rPr>
              <a:t>School</a:t>
            </a:r>
            <a:r>
              <a:rPr lang="en-US" sz="1200" b="1" spc="-2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1200" b="1" dirty="0">
                <a:solidFill>
                  <a:schemeClr val="tx1"/>
                </a:solidFill>
                <a:cs typeface="Calibri"/>
              </a:rPr>
              <a:t>and</a:t>
            </a:r>
            <a:r>
              <a:rPr lang="en-US" sz="1200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1200" b="1" spc="-40" dirty="0">
                <a:solidFill>
                  <a:schemeClr val="tx1"/>
                </a:solidFill>
                <a:cs typeface="Calibri"/>
              </a:rPr>
              <a:t>Jr.</a:t>
            </a:r>
            <a:r>
              <a:rPr lang="en-US" sz="1200" b="1" spc="-3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1200" b="1" spc="-10" dirty="0">
                <a:solidFill>
                  <a:schemeClr val="tx1"/>
                </a:solidFill>
                <a:cs typeface="Calibri"/>
              </a:rPr>
              <a:t>college,</a:t>
            </a:r>
            <a:r>
              <a:rPr lang="en-US" sz="1200" b="1" spc="-1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1200" b="1" spc="-20" dirty="0">
                <a:solidFill>
                  <a:schemeClr val="tx1"/>
                </a:solidFill>
                <a:cs typeface="Calibri"/>
              </a:rPr>
              <a:t>Nandurbar          </a:t>
            </a:r>
            <a:r>
              <a:rPr lang="en-IN" sz="1200" dirty="0">
                <a:solidFill>
                  <a:schemeClr val="tx1"/>
                </a:solidFill>
                <a:cs typeface="Calibri"/>
              </a:rPr>
              <a:t>Higher</a:t>
            </a:r>
            <a:r>
              <a:rPr lang="en-IN" sz="1200" spc="-55" dirty="0">
                <a:solidFill>
                  <a:schemeClr val="tx1"/>
                </a:solidFill>
                <a:cs typeface="Calibri"/>
              </a:rPr>
              <a:t> </a:t>
            </a:r>
            <a:r>
              <a:rPr lang="en-IN" sz="1200" dirty="0">
                <a:solidFill>
                  <a:schemeClr val="tx1"/>
                </a:solidFill>
                <a:cs typeface="Calibri"/>
              </a:rPr>
              <a:t>Secondary</a:t>
            </a:r>
            <a:r>
              <a:rPr lang="en-IN" sz="12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lang="en-IN" sz="1200" spc="-10" dirty="0">
                <a:solidFill>
                  <a:schemeClr val="tx1"/>
                </a:solidFill>
                <a:cs typeface="Calibri"/>
              </a:rPr>
              <a:t>Education(HSC) 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E523E8-D1C7-5549-7664-CD198F7052D2}"/>
              </a:ext>
            </a:extLst>
          </p:cNvPr>
          <p:cNvSpPr/>
          <p:nvPr/>
        </p:nvSpPr>
        <p:spPr>
          <a:xfrm>
            <a:off x="5868441" y="7251700"/>
            <a:ext cx="919430" cy="197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2020-2021</a:t>
            </a:r>
            <a:endParaRPr lang="en-IN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261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Cambria</vt:lpstr>
      <vt:lpstr>Symbol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 Mahajan</dc:creator>
  <cp:lastModifiedBy>neha marathe</cp:lastModifiedBy>
  <cp:revision>4</cp:revision>
  <dcterms:created xsi:type="dcterms:W3CDTF">2025-07-24T03:33:26Z</dcterms:created>
  <dcterms:modified xsi:type="dcterms:W3CDTF">2025-07-24T04:19:19Z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2025-05-02T00:00:00Z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2025-07-24T00:00:00Z</vt:filetime>
  </property>
  <property fmtid="{D5CDD505-2E9C-101B-9397-08002B2CF9AE}" pid="5" name="Producer">
    <vt:lpwstr>Microsoft® Word 2021</vt:lpwstr>
  </property>
</Properties>
</file>