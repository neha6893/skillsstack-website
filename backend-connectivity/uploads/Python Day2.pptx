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CB6D-DBC1-4EF9-9C6F-E556913BAE6D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BB51-9F0C-4178-9D89-AD0117A5F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58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CB6D-DBC1-4EF9-9C6F-E556913BAE6D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BB51-9F0C-4178-9D89-AD0117A5F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705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CB6D-DBC1-4EF9-9C6F-E556913BAE6D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BB51-9F0C-4178-9D89-AD0117A5F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3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CB6D-DBC1-4EF9-9C6F-E556913BAE6D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BB51-9F0C-4178-9D89-AD0117A5F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17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CB6D-DBC1-4EF9-9C6F-E556913BAE6D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BB51-9F0C-4178-9D89-AD0117A5F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226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CB6D-DBC1-4EF9-9C6F-E556913BAE6D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BB51-9F0C-4178-9D89-AD0117A5F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47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CB6D-DBC1-4EF9-9C6F-E556913BAE6D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BB51-9F0C-4178-9D89-AD0117A5F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5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CB6D-DBC1-4EF9-9C6F-E556913BAE6D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BB51-9F0C-4178-9D89-AD0117A5F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265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CB6D-DBC1-4EF9-9C6F-E556913BAE6D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BB51-9F0C-4178-9D89-AD0117A5F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88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CB6D-DBC1-4EF9-9C6F-E556913BAE6D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BB51-9F0C-4178-9D89-AD0117A5F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26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CB6D-DBC1-4EF9-9C6F-E556913BAE6D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5BB51-9F0C-4178-9D89-AD0117A5F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11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FCB6D-DBC1-4EF9-9C6F-E556913BAE6D}" type="datetimeFigureOut">
              <a:rPr lang="en-US" smtClean="0"/>
              <a:t>7/13/2024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5BB51-9F0C-4178-9D89-AD0117A5F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3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811" y="4791373"/>
            <a:ext cx="9144000" cy="1655762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b="1" dirty="0" smtClean="0">
                <a:latin typeface="Arial Narrow" panose="020B0606020202030204" pitchFamily="34" charset="0"/>
              </a:rPr>
              <a:t>By</a:t>
            </a:r>
          </a:p>
          <a:p>
            <a:r>
              <a:rPr lang="en-US" b="1" dirty="0" smtClean="0">
                <a:latin typeface="Arial Narrow" panose="020B0606020202030204" pitchFamily="34" charset="0"/>
              </a:rPr>
              <a:t> Divya Premkumar Patil</a:t>
            </a:r>
          </a:p>
          <a:p>
            <a:r>
              <a:rPr lang="en-US" b="1" dirty="0" smtClean="0">
                <a:latin typeface="Arial Narrow" panose="020B0606020202030204" pitchFamily="34" charset="0"/>
              </a:rPr>
              <a:t>Libity Infotech</a:t>
            </a:r>
            <a:endParaRPr lang="en-US" b="1" dirty="0">
              <a:latin typeface="Arial Narrow" panose="020B0606020202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660" y="734362"/>
            <a:ext cx="7434302" cy="418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289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Day 2 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Python Syntax</a:t>
            </a:r>
          </a:p>
          <a:p>
            <a:r>
              <a:rPr lang="en-US" dirty="0" smtClean="0"/>
              <a:t>Keywords</a:t>
            </a:r>
          </a:p>
          <a:p>
            <a:r>
              <a:rPr lang="en-US" dirty="0" smtClean="0"/>
              <a:t>Identifiers</a:t>
            </a:r>
          </a:p>
          <a:p>
            <a:r>
              <a:rPr lang="en-US" dirty="0" smtClean="0"/>
              <a:t>Naming Conventions</a:t>
            </a:r>
          </a:p>
          <a:p>
            <a:r>
              <a:rPr lang="en-US" dirty="0" smtClean="0"/>
              <a:t>Python Quotations</a:t>
            </a:r>
          </a:p>
          <a:p>
            <a:r>
              <a:rPr lang="en-US" dirty="0" smtClean="0"/>
              <a:t>Python Statements</a:t>
            </a:r>
          </a:p>
          <a:p>
            <a:r>
              <a:rPr lang="en-US" dirty="0" smtClean="0"/>
              <a:t>Indentations </a:t>
            </a:r>
          </a:p>
          <a:p>
            <a:r>
              <a:rPr lang="en-US" dirty="0" smtClean="0"/>
              <a:t>Comments</a:t>
            </a:r>
          </a:p>
          <a:p>
            <a:pPr lvl="1"/>
            <a:r>
              <a:rPr lang="en-US" dirty="0" smtClean="0"/>
              <a:t>Single Line Comments</a:t>
            </a:r>
          </a:p>
          <a:p>
            <a:pPr lvl="1"/>
            <a:r>
              <a:rPr lang="en-US" dirty="0" smtClean="0"/>
              <a:t>Multiline Comments</a:t>
            </a:r>
          </a:p>
          <a:p>
            <a:r>
              <a:rPr lang="en-US" dirty="0" smtClean="0"/>
              <a:t>Programs on all of above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989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Python </a:t>
            </a:r>
            <a:r>
              <a:rPr lang="en-US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Python </a:t>
            </a:r>
            <a:r>
              <a:rPr lang="en-US" dirty="0"/>
              <a:t>syntax refers to the set of rules that defines how human users and </a:t>
            </a:r>
            <a:r>
              <a:rPr lang="en-US" dirty="0" smtClean="0"/>
              <a:t>the system </a:t>
            </a:r>
            <a:r>
              <a:rPr lang="en-US" dirty="0"/>
              <a:t>should write and interpret a python program.</a:t>
            </a:r>
          </a:p>
        </p:txBody>
      </p:sp>
    </p:spTree>
    <p:extLst>
      <p:ext uri="{BB962C8B-B14F-4D97-AF65-F5344CB8AC3E}">
        <p14:creationId xmlns:p14="http://schemas.microsoft.com/office/powerpoint/2010/main" val="215793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Keywords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Python </a:t>
            </a:r>
            <a:r>
              <a:rPr lang="en-US" dirty="0"/>
              <a:t>keywords are reserved words in python, that should not be used </a:t>
            </a:r>
            <a:r>
              <a:rPr lang="en-US" dirty="0" smtClean="0"/>
              <a:t>as variables</a:t>
            </a:r>
            <a:r>
              <a:rPr lang="en-US" dirty="0"/>
              <a:t>, constants, function name or identifier in your </a:t>
            </a:r>
            <a:r>
              <a:rPr lang="en-US" dirty="0" smtClean="0"/>
              <a:t>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092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i="1" dirty="0" smtClean="0"/>
              <a:t/>
            </a:r>
            <a:br>
              <a:rPr lang="en-US" i="1" dirty="0" smtClean="0"/>
            </a:br>
            <a:r>
              <a:rPr lang="en-US" i="1" dirty="0"/>
              <a:t/>
            </a:r>
            <a:br>
              <a:rPr lang="en-US" i="1" dirty="0"/>
            </a:br>
            <a:r>
              <a:rPr lang="en-US" i="1" dirty="0" smtClean="0"/>
              <a:t>List </a:t>
            </a:r>
            <a:r>
              <a:rPr lang="en-US" i="1" dirty="0"/>
              <a:t>of Keywords</a:t>
            </a:r>
            <a:br>
              <a:rPr lang="en-US" i="1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062" y="1690687"/>
            <a:ext cx="9816109" cy="447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765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Python </a:t>
            </a:r>
            <a:r>
              <a:rPr lang="en-US" dirty="0"/>
              <a:t>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python identifier is a name given to a function, class, variable, module, </a:t>
            </a:r>
            <a:r>
              <a:rPr lang="en-US" dirty="0" smtClean="0"/>
              <a:t>or other </a:t>
            </a:r>
            <a:r>
              <a:rPr lang="en-US" dirty="0"/>
              <a:t>objects that you will be using in your python program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Any entity you’ll be using in python should be appropriately named </a:t>
            </a:r>
            <a:r>
              <a:rPr lang="en-US" dirty="0" smtClean="0"/>
              <a:t>or identified </a:t>
            </a:r>
            <a:r>
              <a:rPr lang="en-US" dirty="0"/>
              <a:t>as they will form part of your program.</a:t>
            </a:r>
          </a:p>
        </p:txBody>
      </p:sp>
    </p:spTree>
    <p:extLst>
      <p:ext uri="{BB962C8B-B14F-4D97-AF65-F5344CB8AC3E}">
        <p14:creationId xmlns:p14="http://schemas.microsoft.com/office/powerpoint/2010/main" val="4131467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>Python naming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identifier can be a combination of uppercase letters, lower case </a:t>
            </a:r>
            <a:r>
              <a:rPr lang="en-US" dirty="0" smtClean="0"/>
              <a:t>letters, underscores </a:t>
            </a:r>
            <a:r>
              <a:rPr lang="en-US" dirty="0"/>
              <a:t>and digits(0-9). Hence the following are valid identifiers:</a:t>
            </a:r>
          </a:p>
          <a:p>
            <a:pPr lvl="1"/>
            <a:r>
              <a:rPr lang="en-US" dirty="0"/>
              <a:t>myClass, my_variable, var_1 and </a:t>
            </a:r>
            <a:r>
              <a:rPr lang="en-US" dirty="0" smtClean="0"/>
              <a:t>print_hello_world</a:t>
            </a:r>
          </a:p>
          <a:p>
            <a:r>
              <a:rPr lang="en-US" dirty="0"/>
              <a:t>Special characters such as %, @, #, and $ are not allowed within identifiers</a:t>
            </a:r>
            <a:r>
              <a:rPr lang="en-US" dirty="0" smtClean="0"/>
              <a:t>.</a:t>
            </a:r>
          </a:p>
          <a:p>
            <a:r>
              <a:rPr lang="en-US" dirty="0"/>
              <a:t>An identifier should not begin with a number. Hence 2variable is not </a:t>
            </a:r>
            <a:r>
              <a:rPr lang="en-US" dirty="0" smtClean="0"/>
              <a:t>valid but </a:t>
            </a:r>
            <a:r>
              <a:rPr lang="en-US" dirty="0"/>
              <a:t>variable2 is acceptable.</a:t>
            </a:r>
          </a:p>
        </p:txBody>
      </p:sp>
    </p:spTree>
    <p:extLst>
      <p:ext uri="{BB962C8B-B14F-4D97-AF65-F5344CB8AC3E}">
        <p14:creationId xmlns:p14="http://schemas.microsoft.com/office/powerpoint/2010/main" val="2093847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is a case sensitive language and this behaviour extends </a:t>
            </a:r>
            <a:r>
              <a:rPr lang="en-US" dirty="0" smtClean="0"/>
              <a:t>to identifiers</a:t>
            </a:r>
            <a:r>
              <a:rPr lang="en-US" dirty="0"/>
              <a:t>. e.g. Thus Labour &amp; labour are two distinct identifiers in python</a:t>
            </a:r>
            <a:r>
              <a:rPr lang="en-US" dirty="0" smtClean="0"/>
              <a:t>.</a:t>
            </a:r>
          </a:p>
          <a:p>
            <a:r>
              <a:rPr lang="en-US" dirty="0"/>
              <a:t>You cannot use Python keywords as Identifiers.</a:t>
            </a:r>
          </a:p>
          <a:p>
            <a:r>
              <a:rPr lang="en-US" dirty="0" smtClean="0"/>
              <a:t>Class </a:t>
            </a:r>
            <a:r>
              <a:rPr lang="en-US" dirty="0"/>
              <a:t>identifiers begin with an uppercase letter, but the rest of </a:t>
            </a:r>
            <a:r>
              <a:rPr lang="en-US" dirty="0" smtClean="0"/>
              <a:t>the identifiers </a:t>
            </a:r>
            <a:r>
              <a:rPr lang="en-US" dirty="0"/>
              <a:t>begin in lowercase</a:t>
            </a:r>
            <a:r>
              <a:rPr lang="en-US" dirty="0" smtClean="0"/>
              <a:t>.</a:t>
            </a:r>
          </a:p>
          <a:p>
            <a:r>
              <a:rPr lang="en-US" dirty="0"/>
              <a:t>You can use Underscores to separate multiple words in your identifier</a:t>
            </a:r>
          </a:p>
          <a:p>
            <a:r>
              <a:rPr lang="en-US" dirty="0" smtClean="0"/>
              <a:t>You </a:t>
            </a:r>
            <a:r>
              <a:rPr lang="en-US" dirty="0"/>
              <a:t>should always choose identifiers that will make sense to you even </a:t>
            </a:r>
            <a:r>
              <a:rPr lang="en-US" dirty="0" smtClean="0"/>
              <a:t>after a </a:t>
            </a:r>
            <a:r>
              <a:rPr lang="en-US" dirty="0"/>
              <a:t>long gap.</a:t>
            </a:r>
          </a:p>
        </p:txBody>
      </p:sp>
    </p:spTree>
    <p:extLst>
      <p:ext uri="{BB962C8B-B14F-4D97-AF65-F5344CB8AC3E}">
        <p14:creationId xmlns:p14="http://schemas.microsoft.com/office/powerpoint/2010/main" val="2939821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Hence</a:t>
            </a:r>
            <a:r>
              <a:rPr lang="en-US" dirty="0"/>
              <a:t>, while it is easy to set your variable to c=2, you might find it </a:t>
            </a:r>
            <a:r>
              <a:rPr lang="en-US" dirty="0" smtClean="0"/>
              <a:t>more useful/helpful </a:t>
            </a:r>
            <a:r>
              <a:rPr lang="en-US" dirty="0"/>
              <a:t>for future reference if you use a longer but more </a:t>
            </a:r>
            <a:r>
              <a:rPr lang="en-US" dirty="0" smtClean="0"/>
              <a:t>relevant variable </a:t>
            </a:r>
            <a:r>
              <a:rPr lang="en-US" dirty="0"/>
              <a:t>name such as count= 2.</a:t>
            </a:r>
          </a:p>
        </p:txBody>
      </p:sp>
    </p:spTree>
    <p:extLst>
      <p:ext uri="{BB962C8B-B14F-4D97-AF65-F5344CB8AC3E}">
        <p14:creationId xmlns:p14="http://schemas.microsoft.com/office/powerpoint/2010/main" val="265894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>Python Quotations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77876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Python </a:t>
            </a:r>
            <a:r>
              <a:rPr lang="en-US" dirty="0"/>
              <a:t>allows the use of quotation marks to indicate string literals.</a:t>
            </a:r>
          </a:p>
          <a:p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use single, Double Or tripple quotes but you must start and </a:t>
            </a:r>
            <a:r>
              <a:rPr lang="en-US" dirty="0" smtClean="0"/>
              <a:t>end the </a:t>
            </a:r>
            <a:r>
              <a:rPr lang="en-US" dirty="0"/>
              <a:t>string with the same type.</a:t>
            </a:r>
          </a:p>
        </p:txBody>
      </p:sp>
    </p:spTree>
    <p:extLst>
      <p:ext uri="{BB962C8B-B14F-4D97-AF65-F5344CB8AC3E}">
        <p14:creationId xmlns:p14="http://schemas.microsoft.com/office/powerpoint/2010/main" val="1606429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Python </a:t>
            </a:r>
            <a:r>
              <a:rPr lang="en-US" dirty="0"/>
              <a:t>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Statements </a:t>
            </a:r>
            <a:r>
              <a:rPr lang="en-US" dirty="0"/>
              <a:t>are instructions that a python interpreter can execute</a:t>
            </a:r>
          </a:p>
          <a:p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you assign a value to a variable, say my_variable= “divya”, you </a:t>
            </a:r>
            <a:r>
              <a:rPr lang="en-US" dirty="0" smtClean="0"/>
              <a:t>are making </a:t>
            </a:r>
            <a:r>
              <a:rPr lang="en-US" dirty="0"/>
              <a:t>an assignment statement.</a:t>
            </a:r>
          </a:p>
          <a:p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assignment statement can be as short as c= 3</a:t>
            </a:r>
          </a:p>
        </p:txBody>
      </p:sp>
    </p:spTree>
    <p:extLst>
      <p:ext uri="{BB962C8B-B14F-4D97-AF65-F5344CB8AC3E}">
        <p14:creationId xmlns:p14="http://schemas.microsoft.com/office/powerpoint/2010/main" val="1289997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>Indentation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most programming languages such as C, C++ and JAVA uses </a:t>
            </a:r>
            <a:r>
              <a:rPr lang="en-US" dirty="0" smtClean="0"/>
              <a:t>curly braces </a:t>
            </a:r>
            <a:r>
              <a:rPr lang="en-US" dirty="0"/>
              <a:t>to denote block of code, python programs are structured </a:t>
            </a:r>
            <a:r>
              <a:rPr lang="en-US" dirty="0" smtClean="0"/>
              <a:t>through indentation</a:t>
            </a:r>
            <a:endParaRPr lang="en-US" dirty="0"/>
          </a:p>
          <a:p>
            <a:r>
              <a:rPr lang="en-US" dirty="0" smtClean="0"/>
              <a:t>In </a:t>
            </a:r>
            <a:r>
              <a:rPr lang="en-US" dirty="0"/>
              <a:t>python, block of codes are defined by indentation,not as a matter </a:t>
            </a:r>
            <a:r>
              <a:rPr lang="en-US" dirty="0" smtClean="0"/>
              <a:t>of style </a:t>
            </a:r>
            <a:r>
              <a:rPr lang="en-US" dirty="0"/>
              <a:t>or preference but as a rigid language requirement</a:t>
            </a:r>
            <a:r>
              <a:rPr lang="en-US" dirty="0" smtClean="0"/>
              <a:t>.</a:t>
            </a:r>
          </a:p>
          <a:p>
            <a:r>
              <a:rPr lang="en-US" dirty="0"/>
              <a:t>This principle makes python code more readable and understandable.</a:t>
            </a:r>
          </a:p>
          <a:p>
            <a:r>
              <a:rPr lang="en-US" dirty="0" smtClean="0"/>
              <a:t>A </a:t>
            </a:r>
            <a:r>
              <a:rPr lang="en-US" dirty="0"/>
              <a:t>block of code can be easily identified when you look at a python </a:t>
            </a:r>
            <a:r>
              <a:rPr lang="en-US" dirty="0" smtClean="0"/>
              <a:t>program as </a:t>
            </a:r>
            <a:r>
              <a:rPr lang="en-US" dirty="0"/>
              <a:t>they start on the same distance to the right.</a:t>
            </a:r>
          </a:p>
        </p:txBody>
      </p:sp>
    </p:spTree>
    <p:extLst>
      <p:ext uri="{BB962C8B-B14F-4D97-AF65-F5344CB8AC3E}">
        <p14:creationId xmlns:p14="http://schemas.microsoft.com/office/powerpoint/2010/main" val="1053947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Indentation refers to the spaces at the beginning of a code line.</a:t>
            </a:r>
          </a:p>
          <a:p>
            <a:pPr lvl="1"/>
            <a:r>
              <a:rPr lang="en-US" dirty="0" smtClean="0"/>
              <a:t>Ex</a:t>
            </a:r>
            <a:r>
              <a:rPr lang="en-US" dirty="0"/>
              <a:t>: if 5&gt;2:</a:t>
            </a:r>
          </a:p>
          <a:p>
            <a:pPr lvl="2"/>
            <a:r>
              <a:rPr lang="en-US" dirty="0"/>
              <a:t>print(“Five is greater than two!”)</a:t>
            </a:r>
          </a:p>
          <a:p>
            <a:r>
              <a:rPr lang="en-US" dirty="0" smtClean="0"/>
              <a:t>Python </a:t>
            </a:r>
            <a:r>
              <a:rPr lang="en-US" dirty="0"/>
              <a:t>will give you an error if you skip the indentation</a:t>
            </a:r>
          </a:p>
          <a:p>
            <a:pPr lvl="1"/>
            <a:r>
              <a:rPr lang="en-US" dirty="0" smtClean="0"/>
              <a:t>Ex</a:t>
            </a:r>
            <a:r>
              <a:rPr lang="en-US" dirty="0"/>
              <a:t>: if 5&gt;2:</a:t>
            </a:r>
          </a:p>
          <a:p>
            <a:pPr lvl="1"/>
            <a:r>
              <a:rPr lang="en-US" dirty="0"/>
              <a:t>print(“Five is greater than two!”)</a:t>
            </a:r>
          </a:p>
        </p:txBody>
      </p:sp>
    </p:spTree>
    <p:extLst>
      <p:ext uri="{BB962C8B-B14F-4D97-AF65-F5344CB8AC3E}">
        <p14:creationId xmlns:p14="http://schemas.microsoft.com/office/powerpoint/2010/main" val="2133642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Comments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writing a program, you'll find it helpful to put some notes within </a:t>
            </a:r>
            <a:r>
              <a:rPr lang="en-US" dirty="0" smtClean="0"/>
              <a:t>your code </a:t>
            </a:r>
            <a:r>
              <a:rPr lang="en-US" dirty="0"/>
              <a:t>to describe what it does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A </a:t>
            </a:r>
            <a:r>
              <a:rPr lang="en-US" dirty="0"/>
              <a:t>comment is very handy when you have to review or revisit your program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It </a:t>
            </a:r>
            <a:r>
              <a:rPr lang="en-US" dirty="0"/>
              <a:t>will also help anotherprogrammerwho might need to go over the </a:t>
            </a:r>
            <a:r>
              <a:rPr lang="en-US" dirty="0" smtClean="0"/>
              <a:t>source code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9355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Single </a:t>
            </a:r>
            <a:r>
              <a:rPr lang="en-US" dirty="0"/>
              <a:t>line </a:t>
            </a:r>
            <a:r>
              <a:rPr lang="en-US" dirty="0" smtClean="0"/>
              <a:t>comment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write comments within your program by starting the line with </a:t>
            </a:r>
            <a:r>
              <a:rPr lang="en-US" dirty="0" smtClean="0"/>
              <a:t>a hash</a:t>
            </a:r>
            <a:r>
              <a:rPr lang="en-US" dirty="0"/>
              <a:t>(#) symbol.</a:t>
            </a:r>
          </a:p>
          <a:p>
            <a:r>
              <a:rPr lang="en-US" dirty="0" smtClean="0"/>
              <a:t>A </a:t>
            </a:r>
            <a:r>
              <a:rPr lang="en-US" dirty="0"/>
              <a:t>hash symbol tells the python interpreter to ignore the comment </a:t>
            </a:r>
            <a:r>
              <a:rPr lang="en-US" dirty="0" smtClean="0"/>
              <a:t>when running </a:t>
            </a:r>
            <a:r>
              <a:rPr lang="en-US" dirty="0"/>
              <a:t>our code</a:t>
            </a:r>
            <a:r>
              <a:rPr lang="en-US" dirty="0" smtClean="0"/>
              <a:t>.</a:t>
            </a:r>
          </a:p>
          <a:p>
            <a:r>
              <a:rPr lang="en-US" dirty="0"/>
              <a:t>Ex: # This is a single line </a:t>
            </a:r>
            <a:r>
              <a:rPr lang="en-US" dirty="0" smtClean="0"/>
              <a:t>comment</a:t>
            </a:r>
          </a:p>
          <a:p>
            <a:pPr lvl="1"/>
            <a:r>
              <a:rPr lang="en-US" dirty="0"/>
              <a:t>#print("Hello World</a:t>
            </a:r>
            <a:r>
              <a:rPr lang="en-US" dirty="0" smtClean="0"/>
              <a:t>")</a:t>
            </a:r>
          </a:p>
          <a:p>
            <a:r>
              <a:rPr lang="en-US" dirty="0" smtClean="0"/>
              <a:t>Comments </a:t>
            </a:r>
            <a:r>
              <a:rPr lang="en-US" dirty="0"/>
              <a:t>can be placed at the end of a line &amp; python will ignore the </a:t>
            </a:r>
            <a:r>
              <a:rPr lang="en-US" dirty="0" smtClean="0"/>
              <a:t>rest of </a:t>
            </a:r>
            <a:r>
              <a:rPr lang="en-US" dirty="0"/>
              <a:t>the line.</a:t>
            </a:r>
          </a:p>
          <a:p>
            <a:pPr lvl="1"/>
            <a:r>
              <a:rPr lang="en-US" dirty="0" smtClean="0"/>
              <a:t>Ex</a:t>
            </a:r>
            <a:r>
              <a:rPr lang="en-US" dirty="0"/>
              <a:t>: print("Hello World!") #This is a comment</a:t>
            </a:r>
          </a:p>
        </p:txBody>
      </p:sp>
    </p:spTree>
    <p:extLst>
      <p:ext uri="{BB962C8B-B14F-4D97-AF65-F5344CB8AC3E}">
        <p14:creationId xmlns:p14="http://schemas.microsoft.com/office/powerpoint/2010/main" val="407879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Comments does not have to be ued only to explain the code, it can also </a:t>
            </a:r>
            <a:r>
              <a:rPr lang="en-US" dirty="0" smtClean="0"/>
              <a:t>be used </a:t>
            </a:r>
            <a:r>
              <a:rPr lang="en-US" dirty="0"/>
              <a:t>to prevent python from executing code.</a:t>
            </a:r>
          </a:p>
          <a:p>
            <a:r>
              <a:rPr lang="en-US" dirty="0" smtClean="0"/>
              <a:t>Ex</a:t>
            </a:r>
            <a:r>
              <a:rPr lang="en-US" dirty="0"/>
              <a:t>: #print("Hello World")</a:t>
            </a:r>
          </a:p>
          <a:p>
            <a:pPr marL="0" indent="0">
              <a:buNone/>
            </a:pPr>
            <a:r>
              <a:rPr lang="en-US" dirty="0" smtClean="0"/>
              <a:t>           print</a:t>
            </a:r>
            <a:r>
              <a:rPr lang="en-US" dirty="0"/>
              <a:t>("Cheers, Mate!")</a:t>
            </a:r>
          </a:p>
          <a:p>
            <a:r>
              <a:rPr lang="en-US" b="1" dirty="0"/>
              <a:t>output:- Cheers, Mate!</a:t>
            </a:r>
          </a:p>
        </p:txBody>
      </p:sp>
    </p:spTree>
    <p:extLst>
      <p:ext uri="{BB962C8B-B14F-4D97-AF65-F5344CB8AC3E}">
        <p14:creationId xmlns:p14="http://schemas.microsoft.com/office/powerpoint/2010/main" val="1745443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>Multiline </a:t>
            </a:r>
            <a:r>
              <a:rPr lang="en-US" dirty="0" smtClean="0"/>
              <a:t>comments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can use a hash symbol t the beginning of each line</a:t>
            </a:r>
          </a:p>
          <a:p>
            <a:endParaRPr lang="en-US" dirty="0"/>
          </a:p>
          <a:p>
            <a:r>
              <a:rPr lang="en-US" dirty="0" smtClean="0"/>
              <a:t>Alternative</a:t>
            </a:r>
            <a:r>
              <a:rPr lang="en-US" dirty="0"/>
              <a:t>, you can also wrap multiline comment with triple quotes </a:t>
            </a:r>
            <a:r>
              <a:rPr lang="en-US" dirty="0" smtClean="0"/>
              <a:t>""“            ""“</a:t>
            </a:r>
          </a:p>
          <a:p>
            <a:r>
              <a:rPr lang="en-US" dirty="0"/>
              <a:t>Ex: #This is a comment</a:t>
            </a:r>
          </a:p>
          <a:p>
            <a:pPr marL="0" indent="0">
              <a:buNone/>
            </a:pPr>
            <a:r>
              <a:rPr lang="en-US" dirty="0" smtClean="0"/>
              <a:t>         #wriiten </a:t>
            </a:r>
            <a:r>
              <a:rPr lang="en-US" dirty="0"/>
              <a:t>in</a:t>
            </a:r>
          </a:p>
          <a:p>
            <a:pPr marL="0" indent="0">
              <a:buNone/>
            </a:pPr>
            <a:r>
              <a:rPr lang="en-US" dirty="0" smtClean="0"/>
              <a:t>         #</a:t>
            </a:r>
            <a:r>
              <a:rPr lang="en-US" dirty="0"/>
              <a:t>more than just one line</a:t>
            </a:r>
          </a:p>
          <a:p>
            <a:pPr marL="0" indent="0">
              <a:buNone/>
            </a:pPr>
            <a:r>
              <a:rPr lang="en-US" dirty="0" smtClean="0"/>
              <a:t>          print</a:t>
            </a:r>
            <a:r>
              <a:rPr lang="en-US" dirty="0"/>
              <a:t>("Hello World!")</a:t>
            </a:r>
          </a:p>
          <a:p>
            <a:r>
              <a:rPr lang="en-US" dirty="0"/>
              <a:t>output:- Hello World!</a:t>
            </a:r>
          </a:p>
        </p:txBody>
      </p:sp>
    </p:spTree>
    <p:extLst>
      <p:ext uri="{BB962C8B-B14F-4D97-AF65-F5344CB8AC3E}">
        <p14:creationId xmlns:p14="http://schemas.microsoft.com/office/powerpoint/2010/main" val="1944424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 you can add a multiline string within (tripple quotes) in your code &amp; </a:t>
            </a:r>
            <a:r>
              <a:rPr lang="en-US" dirty="0" smtClean="0"/>
              <a:t>place your </a:t>
            </a:r>
            <a:r>
              <a:rPr lang="en-US" dirty="0"/>
              <a:t>coment inide it:</a:t>
            </a:r>
          </a:p>
          <a:p>
            <a:r>
              <a:rPr lang="en-US" dirty="0"/>
              <a:t>Ex: """This is a comment</a:t>
            </a:r>
          </a:p>
          <a:p>
            <a:pPr marL="0" indent="0">
              <a:buNone/>
            </a:pPr>
            <a:r>
              <a:rPr lang="en-US" dirty="0" smtClean="0"/>
              <a:t>              wriiten </a:t>
            </a:r>
            <a:r>
              <a:rPr lang="en-US" dirty="0"/>
              <a:t>in</a:t>
            </a:r>
          </a:p>
          <a:p>
            <a:pPr marL="0" indent="0">
              <a:buNone/>
            </a:pPr>
            <a:r>
              <a:rPr lang="en-US" dirty="0" smtClean="0"/>
              <a:t>	   more </a:t>
            </a:r>
            <a:r>
              <a:rPr lang="en-US" dirty="0"/>
              <a:t>than just one line</a:t>
            </a:r>
          </a:p>
          <a:p>
            <a:pPr marL="0" indent="0">
              <a:buNone/>
            </a:pPr>
            <a:r>
              <a:rPr lang="en-US" dirty="0" smtClean="0"/>
              <a:t>	   print</a:t>
            </a:r>
            <a:r>
              <a:rPr lang="en-US" dirty="0"/>
              <a:t>("Hello World!")"""</a:t>
            </a:r>
          </a:p>
          <a:p>
            <a:r>
              <a:rPr lang="en-US" dirty="0"/>
              <a:t>output:- Hello World!</a:t>
            </a:r>
          </a:p>
        </p:txBody>
      </p:sp>
    </p:spTree>
    <p:extLst>
      <p:ext uri="{BB962C8B-B14F-4D97-AF65-F5344CB8AC3E}">
        <p14:creationId xmlns:p14="http://schemas.microsoft.com/office/powerpoint/2010/main" val="1953601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2430" y="1515291"/>
            <a:ext cx="5674187" cy="401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1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848</Words>
  <Application>Microsoft Office PowerPoint</Application>
  <PresentationFormat>Widescreen</PresentationFormat>
  <Paragraphs>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Narrow</vt:lpstr>
      <vt:lpstr>Calibri</vt:lpstr>
      <vt:lpstr>Calibri Light</vt:lpstr>
      <vt:lpstr>Office Theme</vt:lpstr>
      <vt:lpstr>PowerPoint Presentation</vt:lpstr>
      <vt:lpstr> Day 2 Content</vt:lpstr>
      <vt:lpstr> Python Syntax</vt:lpstr>
      <vt:lpstr> Keywords</vt:lpstr>
      <vt:lpstr>  List of Keywords </vt:lpstr>
      <vt:lpstr> Python Identifiers</vt:lpstr>
      <vt:lpstr> Python naming conventions</vt:lpstr>
      <vt:lpstr>PowerPoint Presentation</vt:lpstr>
      <vt:lpstr>PowerPoint Presentation</vt:lpstr>
      <vt:lpstr> Python Quotations</vt:lpstr>
      <vt:lpstr> Python Statements</vt:lpstr>
      <vt:lpstr> Indentation</vt:lpstr>
      <vt:lpstr>PowerPoint Presentation</vt:lpstr>
      <vt:lpstr> Comments</vt:lpstr>
      <vt:lpstr> Single line comment</vt:lpstr>
      <vt:lpstr>PowerPoint Presentation</vt:lpstr>
      <vt:lpstr> Multiline comments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 Day 2</dc:title>
  <dc:creator>Windows User</dc:creator>
  <cp:lastModifiedBy>Windows User</cp:lastModifiedBy>
  <cp:revision>25</cp:revision>
  <dcterms:created xsi:type="dcterms:W3CDTF">2024-05-27T12:07:17Z</dcterms:created>
  <dcterms:modified xsi:type="dcterms:W3CDTF">2024-07-13T06:25:56Z</dcterms:modified>
</cp:coreProperties>
</file>